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Little Hoopers Training Center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Program Name: Little Hoopers Training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Age Groups: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- Little Dribblers (Under 5): Introduction to basketball through fun games and activities.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- Mini Hoopers (Under 7): Focus on basic basketball skills.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- Junior Hoopers (Under 10): Structured training with drills and exercises.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- Future Stars (Under 12): Advanced training focusing on strategy and competitive play.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Program Duration: [Start Date] to [End Date]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Days and Times: [Days of the Week, Time of Day]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Location: [Location Address]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1. Introduce basic basketball skills and fundamentals.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2. Promote physical fitness and healthy habits.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3. Foster teamwork and sportsmanship.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4. Develop motor skills and coordination.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5. Build confidence and self-esteem.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Week 1: Introduction to Basketball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- Day 1: Orientation, basic dribbling drills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- Day 2: Passing techniques, fun games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- Day 3: Shooting basics, mini-games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Week 2: Dribbling and Passing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- Day 1: Advanced dribbling drills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- Day 2: Passing under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- Day 3: Combined dribbling and passing 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Week 3: Shooting and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- Day 1: Shooting techniques, free throws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- Day 2: Layups and jump shots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- Day 3: Shooting contests, mini-games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Week 4: Defense and Team 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858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- Day 1: Defensive stance, footwork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7315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- Day 2: Team defense drills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- Day 3: Scrimmage, teamwork exercises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229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Week 5: Review and Skills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8686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- Day 1: Review of skills learned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144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- Day 2: Skills assessment, individual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9601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- Day 3: Fun tournament, awards ceremony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[Day of the Week]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10:00 AM - 10:15 AM: Warm-up exercises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10:15 AM - 11:00 AM: Skill drills (dribbling, passing, shooting)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11:00 AM - 11:15 AM: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11:15 AM - 12:00 PM: Team games and 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12:00 PM - 12:15 PM: Cool down, review of the 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Materials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Basketballs (size appropriate for age group)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Cones for drills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Whistle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Water bottles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First aid kit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Guidelines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1. Ensure all children have proper athletic footwear.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2. Conduct regular water breaks to keep kids hydrated.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3. Maintain a first aid kit on hand for minor injuries.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4. Ensure the playing area is safe and free from hazards.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5. Encourage a supportive and positive environment.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Program Coordinator: [Name]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Phone Number: [Phone Number]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Email: [Email Address]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Emergency Contact: [Emergency Contact Information]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